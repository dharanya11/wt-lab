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SRRlCFA/cW3kQ7Z8qFsYPlG0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5CD75-ABB2-4834-8536-CE25B7AE5FF5}" v="1" dt="2025-07-18T07:54:48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36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anya a" userId="cfe2982f95fcbb3f" providerId="LiveId" clId="{3D298679-7A2B-49E8-9055-B58954D60F9C}"/>
    <pc:docChg chg="custSel addSld modSld">
      <pc:chgData name="dharanya a" userId="cfe2982f95fcbb3f" providerId="LiveId" clId="{3D298679-7A2B-49E8-9055-B58954D60F9C}" dt="2025-04-01T15:59:52.456" v="33" actId="14100"/>
      <pc:docMkLst>
        <pc:docMk/>
      </pc:docMkLst>
      <pc:sldChg chg="addSp delSp modSp mod">
        <pc:chgData name="dharanya a" userId="cfe2982f95fcbb3f" providerId="LiveId" clId="{3D298679-7A2B-49E8-9055-B58954D60F9C}" dt="2025-04-01T15:57:03.154" v="6" actId="1076"/>
        <pc:sldMkLst>
          <pc:docMk/>
          <pc:sldMk cId="260809015" sldId="286"/>
        </pc:sldMkLst>
      </pc:sldChg>
      <pc:sldChg chg="addSp delSp modSp mod">
        <pc:chgData name="dharanya a" userId="cfe2982f95fcbb3f" providerId="LiveId" clId="{3D298679-7A2B-49E8-9055-B58954D60F9C}" dt="2025-04-01T15:59:36.636" v="28" actId="1076"/>
        <pc:sldMkLst>
          <pc:docMk/>
          <pc:sldMk cId="2934069425" sldId="287"/>
        </pc:sldMkLst>
      </pc:sldChg>
      <pc:sldChg chg="addSp delSp modSp new mod">
        <pc:chgData name="dharanya a" userId="cfe2982f95fcbb3f" providerId="LiveId" clId="{3D298679-7A2B-49E8-9055-B58954D60F9C}" dt="2025-04-01T15:58:28.302" v="17" actId="1076"/>
        <pc:sldMkLst>
          <pc:docMk/>
          <pc:sldMk cId="2461220713" sldId="290"/>
        </pc:sldMkLst>
      </pc:sldChg>
      <pc:sldChg chg="addSp modSp new mod">
        <pc:chgData name="dharanya a" userId="cfe2982f95fcbb3f" providerId="LiveId" clId="{3D298679-7A2B-49E8-9055-B58954D60F9C}" dt="2025-04-01T15:58:48.508" v="23" actId="1076"/>
        <pc:sldMkLst>
          <pc:docMk/>
          <pc:sldMk cId="4130019826" sldId="291"/>
        </pc:sldMkLst>
      </pc:sldChg>
      <pc:sldChg chg="addSp modSp new mod">
        <pc:chgData name="dharanya a" userId="cfe2982f95fcbb3f" providerId="LiveId" clId="{3D298679-7A2B-49E8-9055-B58954D60F9C}" dt="2025-04-01T15:59:52.456" v="33" actId="14100"/>
        <pc:sldMkLst>
          <pc:docMk/>
          <pc:sldMk cId="86958128" sldId="292"/>
        </pc:sldMkLst>
      </pc:sldChg>
    </pc:docChg>
  </pc:docChgLst>
  <pc:docChgLst>
    <pc:chgData name="dharanya a" userId="cfe2982f95fcbb3f" providerId="LiveId" clId="{B635CD75-ABB2-4834-8536-CE25B7AE5FF5}"/>
    <pc:docChg chg="modSld">
      <pc:chgData name="dharanya a" userId="cfe2982f95fcbb3f" providerId="LiveId" clId="{B635CD75-ABB2-4834-8536-CE25B7AE5FF5}" dt="2025-07-18T07:56:50.435" v="13" actId="20577"/>
      <pc:docMkLst>
        <pc:docMk/>
      </pc:docMkLst>
      <pc:sldChg chg="modSp mod">
        <pc:chgData name="dharanya a" userId="cfe2982f95fcbb3f" providerId="LiveId" clId="{B635CD75-ABB2-4834-8536-CE25B7AE5FF5}" dt="2025-07-18T07:56:50.435" v="13" actId="20577"/>
        <pc:sldMkLst>
          <pc:docMk/>
          <pc:sldMk cId="0" sldId="256"/>
        </pc:sldMkLst>
        <pc:spChg chg="mod">
          <ac:chgData name="dharanya a" userId="cfe2982f95fcbb3f" providerId="LiveId" clId="{B635CD75-ABB2-4834-8536-CE25B7AE5FF5}" dt="2025-07-18T07:56:50.435" v="13" actId="20577"/>
          <ac:spMkLst>
            <pc:docMk/>
            <pc:sldMk cId="0" sldId="256"/>
            <ac:spMk id="2" creationId="{3E495F1C-A573-98EC-5C43-C3C040F92970}"/>
          </ac:spMkLst>
        </pc:spChg>
      </pc:sldChg>
      <pc:sldChg chg="addSp modSp">
        <pc:chgData name="dharanya a" userId="cfe2982f95fcbb3f" providerId="LiveId" clId="{B635CD75-ABB2-4834-8536-CE25B7AE5FF5}" dt="2025-07-18T07:54:48.191" v="0"/>
        <pc:sldMkLst>
          <pc:docMk/>
          <pc:sldMk cId="3644550303" sldId="272"/>
        </pc:sldMkLst>
        <pc:picChg chg="add mod">
          <ac:chgData name="dharanya a" userId="cfe2982f95fcbb3f" providerId="LiveId" clId="{B635CD75-ABB2-4834-8536-CE25B7AE5FF5}" dt="2025-07-18T07:54:48.191" v="0"/>
          <ac:picMkLst>
            <pc:docMk/>
            <pc:sldMk cId="3644550303" sldId="272"/>
            <ac:picMk id="5" creationId="{A28E69B1-5F7F-7E20-FA4B-839118E7BF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813603" y="1391919"/>
            <a:ext cx="8086165" cy="115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Peer-to-Peer Academic Sharing Platform (KEC Exclusive)</a:t>
            </a:r>
            <a:endParaRPr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8160774" y="4788310"/>
            <a:ext cx="5112165" cy="184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600" b="1" dirty="0"/>
              <a:t>                                    </a:t>
            </a:r>
            <a:r>
              <a:rPr lang="en-IN" sz="1800" b="1" dirty="0"/>
              <a:t>                         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BY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          BOOMADEVI S 23ITR016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          DHARANYA A 23ITR028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          ABISHA REBEKKAL T 23ITR001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2000" b="1" dirty="0"/>
              <a:t>     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IN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5F1C-A573-98EC-5C43-C3C040F92970}"/>
              </a:ext>
            </a:extLst>
          </p:cNvPr>
          <p:cNvSpPr txBox="1"/>
          <p:nvPr/>
        </p:nvSpPr>
        <p:spPr>
          <a:xfrm>
            <a:off x="5083278" y="3508907"/>
            <a:ext cx="6579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Mentor Name:   </a:t>
            </a:r>
            <a:r>
              <a:rPr lang="en-IN" sz="1800" b="1" dirty="0" err="1"/>
              <a:t>S.Sujitha</a:t>
            </a:r>
            <a:r>
              <a:rPr lang="en-IN" sz="1800" b="1" dirty="0"/>
              <a:t>  </a:t>
            </a:r>
            <a:r>
              <a:rPr lang="en-IN" sz="1800" b="1" dirty="0" err="1"/>
              <a:t>M.Tech</a:t>
            </a:r>
            <a:r>
              <a:rPr lang="en-IN" sz="1800" b="1" dirty="0"/>
              <a:t>,</a:t>
            </a:r>
          </a:p>
          <a:p>
            <a:r>
              <a:rPr lang="en-IN" sz="1800" b="1" dirty="0"/>
              <a:t>	             IT – A,</a:t>
            </a:r>
          </a:p>
          <a:p>
            <a:r>
              <a:rPr lang="en-IN" sz="1800" b="1" dirty="0"/>
              <a:t>	             </a:t>
            </a:r>
            <a:r>
              <a:rPr lang="en-IN" sz="1800" b="1" dirty="0" err="1"/>
              <a:t>Kongu</a:t>
            </a:r>
            <a:r>
              <a:rPr lang="en-IN" sz="1800" b="1" dirty="0"/>
              <a:t> Engineering College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E37F-9653-3E8E-CED9-5220AF57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1" y="186813"/>
            <a:ext cx="10289457" cy="884903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Problem Statement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38808-27DD-04E6-0600-80F14E10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871" y="1494504"/>
            <a:ext cx="10402528" cy="469981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No centralized platform for sharing academic resources in KEC.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Resources are shared via social media – unstructured and temporary.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Lack of access control, ratings, or organized search/request system.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No proper organization or categorization of content.</a:t>
            </a:r>
          </a:p>
        </p:txBody>
      </p:sp>
    </p:spTree>
    <p:extLst>
      <p:ext uri="{BB962C8B-B14F-4D97-AF65-F5344CB8AC3E}">
        <p14:creationId xmlns:p14="http://schemas.microsoft.com/office/powerpoint/2010/main" val="84337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A225-272E-F518-A1C7-935F6F58D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78" y="704850"/>
            <a:ext cx="10523622" cy="754982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Objectives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719D3-B065-A294-7025-DA3D498ED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778" y="1764632"/>
            <a:ext cx="10523622" cy="455996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Build a centralized platform for KEC students and faculty.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Enable secure login, upload/download of notes, books, and QPs.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Provide chat, request system, ratings, and tracking.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Allow uploading and downloading of notes and question papers.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Implement a request feature to ask for specific study materials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0684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9B5E-A89B-59BC-7B65-8AE14BC5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11" y="533400"/>
            <a:ext cx="10282988" cy="83018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Tech Stack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72E03-D87F-A362-9C75-D843290FF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9411" y="1363580"/>
            <a:ext cx="10282988" cy="496102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Frontend:  React.js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Backend: </a:t>
            </a:r>
            <a:r>
              <a:rPr lang="en-IN" sz="2400" dirty="0"/>
              <a:t>Spring Boot 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Authentication: Google + JWT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Database: MySQL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Storage: Local / Firebase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Tools: Postman, GitHub</a:t>
            </a:r>
          </a:p>
        </p:txBody>
      </p:sp>
    </p:spTree>
    <p:extLst>
      <p:ext uri="{BB962C8B-B14F-4D97-AF65-F5344CB8AC3E}">
        <p14:creationId xmlns:p14="http://schemas.microsoft.com/office/powerpoint/2010/main" val="170654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62F1-DDD9-7A5F-E22D-9C384F7E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042" y="704850"/>
            <a:ext cx="10042358" cy="86727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Modules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857DE-13B4-607D-B907-AC7590FE0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0040" y="1732548"/>
            <a:ext cx="10042359" cy="459205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sz="2400" dirty="0"/>
              <a:t>Authentication (Google + JWT)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Profile Management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Upload &amp; View Resources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Download Tracker &amp; Ratings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Chat &amp; Request System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7500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C6C5-DC1C-3F70-104E-83E07A8A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168" y="704850"/>
            <a:ext cx="9994232" cy="9154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Algorithm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542AC-BA03-4B95-F890-1ED8BE90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695" y="1909012"/>
            <a:ext cx="10555705" cy="44155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Authentication : </a:t>
            </a:r>
          </a:p>
          <a:p>
            <a:pPr marL="137160" indent="0">
              <a:buNone/>
            </a:pPr>
            <a:r>
              <a:rPr lang="en-IN" sz="2400" dirty="0"/>
              <a:t>       -   </a:t>
            </a:r>
            <a:r>
              <a:rPr lang="en-US" sz="2400" dirty="0"/>
              <a:t>Google Authentication Algorithm with JWT Token Generation.</a:t>
            </a:r>
          </a:p>
          <a:p>
            <a:pPr marL="137160" indent="0">
              <a:buNone/>
            </a:pPr>
            <a:endParaRPr lang="en-US" sz="2400" dirty="0"/>
          </a:p>
          <a:p>
            <a:r>
              <a:rPr lang="en-IN" sz="2400" b="1"/>
              <a:t>Profile Management</a:t>
            </a:r>
            <a:r>
              <a:rPr lang="en-US" sz="2400"/>
              <a:t>  </a:t>
            </a:r>
            <a:r>
              <a:rPr lang="en-US" sz="2400" dirty="0"/>
              <a:t>-   User Profile CRUD Operation Algorithm with Validation Logic.</a:t>
            </a:r>
          </a:p>
          <a:p>
            <a:pPr marL="594360" lvl="1" indent="0">
              <a:buNone/>
            </a:pPr>
            <a:endParaRPr lang="en-US" sz="2400" dirty="0"/>
          </a:p>
          <a:p>
            <a:r>
              <a:rPr lang="en-IN" sz="2400" b="1" dirty="0"/>
              <a:t>Upload &amp; View Resources</a:t>
            </a:r>
          </a:p>
          <a:p>
            <a:pPr marL="594360" lvl="1" indent="0">
              <a:buNone/>
            </a:pPr>
            <a:r>
              <a:rPr lang="en-IN" sz="2400" dirty="0"/>
              <a:t> -  Hashing Algorithm</a:t>
            </a:r>
          </a:p>
          <a:p>
            <a:pPr marL="594360" lvl="1" indent="0">
              <a:buNone/>
            </a:pPr>
            <a:r>
              <a:rPr lang="en-IN" sz="2400" dirty="0"/>
              <a:t> -  Retrieval Algorithm</a:t>
            </a:r>
            <a:endParaRPr lang="en-US" sz="2400" dirty="0"/>
          </a:p>
          <a:p>
            <a:pPr marL="594360" lvl="1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2376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477A-E65E-957E-62D0-A945A549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378" y="704850"/>
            <a:ext cx="9914021" cy="88331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1F755-654E-1D0A-3F4F-CB3BAE8F6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8378" y="2005263"/>
            <a:ext cx="9914022" cy="431933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E69B1-5F7F-7E20-FA4B-839118E7B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38" y="513943"/>
            <a:ext cx="5001323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50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4707657" y="3137396"/>
            <a:ext cx="2776686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244</Words>
  <Application>Microsoft Office PowerPoint</Application>
  <PresentationFormat>Widescreen</PresentationFormat>
  <Paragraphs>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Noto Sans Symbols</vt:lpstr>
      <vt:lpstr>Times New Roman</vt:lpstr>
      <vt:lpstr>Wingdings</vt:lpstr>
      <vt:lpstr>Flow</vt:lpstr>
      <vt:lpstr>Smart Peer-to-Peer Academic Sharing Platform (KEC Exclusive)</vt:lpstr>
      <vt:lpstr>Problem Statement</vt:lpstr>
      <vt:lpstr>Objectives</vt:lpstr>
      <vt:lpstr>Tech Stack</vt:lpstr>
      <vt:lpstr>Modules</vt:lpstr>
      <vt:lpstr>Algorithm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kavinkumar M</dc:creator>
  <cp:lastModifiedBy>dharanya a</cp:lastModifiedBy>
  <cp:revision>6</cp:revision>
  <dcterms:created xsi:type="dcterms:W3CDTF">2021-04-21T15:36:00Z</dcterms:created>
  <dcterms:modified xsi:type="dcterms:W3CDTF">2025-07-18T07:56:59Z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37A3327C92E44D8A8E230645E01DA062</vt:lpwstr>
  </property>
  <property fmtid="{D5CDD505-2E9C-101B-9397-08002B2CF9AE}" pid="3" name="KSOProductBuildVer">
    <vt:lpwstr>1033-11.2.0.11537</vt:lpwstr>
  </property>
</Properties>
</file>